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0366" y="0"/>
            <a:ext cx="545096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2360" y="0"/>
            <a:ext cx="544697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5341" y="0"/>
            <a:ext cx="550101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0232" y="0"/>
            <a:ext cx="545123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AI Prompt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supplysync360-brand-positioning-v001</dc:title>
  <dc:subject>Generated visual export</dc:subject>
  <dc:creator>AI Prompt Builder</dc:creator>
  <cp:lastModifiedBy>AI Prompt Builder</cp:lastModifiedBy>
  <cp:revision>1</cp:revision>
  <dcterms:created xsi:type="dcterms:W3CDTF">2026-06-22T09:18:08Z</dcterms:created>
  <dcterms:modified xsi:type="dcterms:W3CDTF">2026-06-22T09:18:08Z</dcterms:modified>
</cp:coreProperties>
</file>